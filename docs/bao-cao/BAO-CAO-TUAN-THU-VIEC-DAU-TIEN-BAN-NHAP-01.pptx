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f21396e6d426d" /><Relationship Type="http://schemas.openxmlformats.org/officeDocument/2006/relationships/extended-properties" Target="/docProps/app.xml" Id="Rf75e5b827fe44062" /><Relationship Type="http://schemas.openxmlformats.org/officeDocument/2006/relationships/officeDocument" Target="/ppt/presentation.xml" Id="R9a67b15957bb48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1a8d6ee61e41c1"/>
  </p:sldMasterIdLst>
  <p:notesMasterIdLst>
    <p:notesMasterId xmlns:r="http://schemas.openxmlformats.org/officeDocument/2006/relationships" r:id="R92ea6f531c034f97"/>
  </p:notesMasterIdLst>
  <p:sldIdLst>
    <p:sldId xmlns:r="http://schemas.openxmlformats.org/officeDocument/2006/relationships" id="256" r:id="R914efb3749994e73"/>
    <p:sldId xmlns:r="http://schemas.openxmlformats.org/officeDocument/2006/relationships" id="257" r:id="Ref7f9017744d4d83"/>
    <p:sldId xmlns:r="http://schemas.openxmlformats.org/officeDocument/2006/relationships" id="258" r:id="R3353734ea68b45e1"/>
    <p:sldId xmlns:r="http://schemas.openxmlformats.org/officeDocument/2006/relationships" id="259" r:id="R9d66b6ade3b74746"/>
    <p:sldId xmlns:r="http://schemas.openxmlformats.org/officeDocument/2006/relationships" id="260" r:id="R4f31662421f34819"/>
    <p:sldId xmlns:r="http://schemas.openxmlformats.org/officeDocument/2006/relationships" id="261" r:id="R65483985308c4b99"/>
    <p:sldId xmlns:r="http://schemas.openxmlformats.org/officeDocument/2006/relationships" id="262" r:id="R7c329531031b4d90"/>
    <p:sldId xmlns:r="http://schemas.openxmlformats.org/officeDocument/2006/relationships" id="263" r:id="Raefea477ada642fd"/>
    <p:sldId xmlns:r="http://schemas.openxmlformats.org/officeDocument/2006/relationships" id="264" r:id="R0127a531b98f4830"/>
    <p:sldId xmlns:r="http://schemas.openxmlformats.org/officeDocument/2006/relationships" id="265" r:id="R47827b674e784a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a8d6ee61e41c1" /><Relationship Type="http://schemas.openxmlformats.org/officeDocument/2006/relationships/theme" Target="/ppt/theme/theme1.xml" Id="Rac724cadcd5a430f" /><Relationship Type="http://schemas.openxmlformats.org/officeDocument/2006/relationships/notesMaster" Target="/ppt/notesMasters/notesMaster1.xml" Id="R92ea6f531c034f97" /><Relationship Type="http://schemas.openxmlformats.org/officeDocument/2006/relationships/presProps" Target="/ppt/presProps.xml" Id="R328c555a24334d43" /><Relationship Type="http://schemas.openxmlformats.org/officeDocument/2006/relationships/viewProps" Target="/ppt/viewProps.xml" Id="Rc454c898aa5b4dfc" /><Relationship Type="http://schemas.openxmlformats.org/officeDocument/2006/relationships/tableStyles" Target="/ppt/tableStyles.xml" Id="R4353898ac4b64e2e" /><Relationship Type="http://schemas.openxmlformats.org/officeDocument/2006/relationships/slide" Target="/ppt/slides/slide1.xml" Id="R914efb3749994e73" /><Relationship Type="http://schemas.openxmlformats.org/officeDocument/2006/relationships/slide" Target="/ppt/slides/slide2.xml" Id="Ref7f9017744d4d83" /><Relationship Type="http://schemas.openxmlformats.org/officeDocument/2006/relationships/slide" Target="/ppt/slides/slide3.xml" Id="R3353734ea68b45e1" /><Relationship Type="http://schemas.openxmlformats.org/officeDocument/2006/relationships/slide" Target="/ppt/slides/slide4.xml" Id="R9d66b6ade3b74746" /><Relationship Type="http://schemas.openxmlformats.org/officeDocument/2006/relationships/slide" Target="/ppt/slides/slide5.xml" Id="R4f31662421f34819" /><Relationship Type="http://schemas.openxmlformats.org/officeDocument/2006/relationships/slide" Target="/ppt/slides/slide6.xml" Id="R65483985308c4b99" /><Relationship Type="http://schemas.openxmlformats.org/officeDocument/2006/relationships/slide" Target="/ppt/slides/slide7.xml" Id="R7c329531031b4d90" /><Relationship Type="http://schemas.openxmlformats.org/officeDocument/2006/relationships/slide" Target="/ppt/slides/slide8.xml" Id="Raefea477ada642fd" /><Relationship Type="http://schemas.openxmlformats.org/officeDocument/2006/relationships/slide" Target="/ppt/slides/slide9.xml" Id="R0127a531b98f4830" /><Relationship Type="http://schemas.openxmlformats.org/officeDocument/2006/relationships/slide" Target="/ppt/slides/slide10.xml" Id="R47827b674e784a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d953981a7044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febc6894e04b85" /><Relationship Type="http://schemas.openxmlformats.org/officeDocument/2006/relationships/notesMaster" Target="/ppt/notesMasters/notesMaster1.xml" Id="R92f55134ce5746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17737814e3419d" /><Relationship Type="http://schemas.openxmlformats.org/officeDocument/2006/relationships/notesMaster" Target="/ppt/notesMasters/notesMaster1.xml" Id="Re28da8c82acc47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ac68f8ac744fe6" /><Relationship Type="http://schemas.openxmlformats.org/officeDocument/2006/relationships/notesMaster" Target="/ppt/notesMasters/notesMaster1.xml" Id="R4516835c0c3849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17372745b416c" /><Relationship Type="http://schemas.openxmlformats.org/officeDocument/2006/relationships/notesMaster" Target="/ppt/notesMasters/notesMaster1.xml" Id="Rf09fd10314c048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ca83ec268d4bf3" /><Relationship Type="http://schemas.openxmlformats.org/officeDocument/2006/relationships/notesMaster" Target="/ppt/notesMasters/notesMaster1.xml" Id="Rf985b5d2000a4f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8bc9c892484329" /><Relationship Type="http://schemas.openxmlformats.org/officeDocument/2006/relationships/notesMaster" Target="/ppt/notesMasters/notesMaster1.xml" Id="R1abe4e9bf2f14b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11fd6d29ca46bd" /><Relationship Type="http://schemas.openxmlformats.org/officeDocument/2006/relationships/notesMaster" Target="/ppt/notesMasters/notesMaster1.xml" Id="Rb66712e5cafb40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6e21752d594c36" /><Relationship Type="http://schemas.openxmlformats.org/officeDocument/2006/relationships/notesMaster" Target="/ppt/notesMasters/notesMaster1.xml" Id="R908c6b66091344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f16f9ad1d14b32" /><Relationship Type="http://schemas.openxmlformats.org/officeDocument/2006/relationships/notesMaster" Target="/ppt/notesMasters/notesMaster1.xml" Id="R32f0fb6809484b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2b813945f64677" /><Relationship Type="http://schemas.openxmlformats.org/officeDocument/2006/relationships/notesMaster" Target="/ppt/notesMasters/notesMaster1.xml" Id="Rb24ec9b200534e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5a9edd119445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1128c9c1c9443a0" /><Relationship Type="http://schemas.openxmlformats.org/officeDocument/2006/relationships/slideLayout" Target="/ppt/slideLayouts/slideLayout2.xml" Id="R8fe6d912008b45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6d912008b45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7d605f0354c8a" /><Relationship Type="http://schemas.openxmlformats.org/officeDocument/2006/relationships/notesSlide" Target="/ppt/notesSlides/notesSlide1.xml" Id="Rdd67eb17da254b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61e59032e34ed2" /><Relationship Type="http://schemas.openxmlformats.org/officeDocument/2006/relationships/notesSlide" Target="/ppt/notesSlides/notesSlide2.xml" Id="R0ad28c4cdb2c49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ed5162b1b47da" /><Relationship Type="http://schemas.openxmlformats.org/officeDocument/2006/relationships/notesSlide" Target="/ppt/notesSlides/notesSlide3.xml" Id="Rb0b06bef916443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41acec13004b26" /><Relationship Type="http://schemas.openxmlformats.org/officeDocument/2006/relationships/notesSlide" Target="/ppt/notesSlides/notesSlide4.xml" Id="Rd2cd8038fd1044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7927328174568" /><Relationship Type="http://schemas.openxmlformats.org/officeDocument/2006/relationships/notesSlide" Target="/ppt/notesSlides/notesSlide5.xml" Id="Ra00fa548fb4043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42aabb4e4f4fca" /><Relationship Type="http://schemas.openxmlformats.org/officeDocument/2006/relationships/notesSlide" Target="/ppt/notesSlides/notesSlide6.xml" Id="R4b16a3c715754e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f7c03205747b0" /><Relationship Type="http://schemas.openxmlformats.org/officeDocument/2006/relationships/notesSlide" Target="/ppt/notesSlides/notesSlide7.xml" Id="R1acb0bf0a32d4e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6650c36f554a0e" /><Relationship Type="http://schemas.openxmlformats.org/officeDocument/2006/relationships/notesSlide" Target="/ppt/notesSlides/notesSlide8.xml" Id="R045e41e1e40446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7e3a2ab1af41f2" /><Relationship Type="http://schemas.openxmlformats.org/officeDocument/2006/relationships/notesSlide" Target="/ppt/notesSlides/notesSlide9.xml" Id="Rcb31f700884341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7b6864dff54044" /><Relationship Type="http://schemas.openxmlformats.org/officeDocument/2006/relationships/notesSlide" Target="/ppt/notesSlides/notesSlide10.xml" Id="R8301ecfe649f45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6F44E1-AB1E-43C8-B2C8-819E993B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714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00801B3-A5BB-424F-928C-26B133A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SAO ĐỎ GROUP  /  IT – HCNS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24FE11A-4100-4EA4-B760-BD2B38D6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77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 cáo tuần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0F06A6-6AE3-4AFF-94B7-32E242E7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3180"/>
            <a:ext cx="10477500" cy="77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thử việc đầu tiên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97AD69-CBAC-4992-8728-6F5B8125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6E3D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6E3DE"/>
                </a:solidFill>
                <a:latin typeface="Arial"/>
                <a:ea typeface="Arial"/>
                <a:cs typeface="Arial"/>
              </a:rPr>
              <a:t>Hội nhập theo cẩm nang · Khảo sát hiện trạng · Đề xuất bước tiếp theo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E7C543-651D-443F-95FB-7DB3E31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66800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6E3D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6E3DE"/>
                </a:solidFill>
                <a:latin typeface="Arial"/>
                <a:ea typeface="Arial"/>
                <a:cs typeface="Arial"/>
              </a:rPr>
              <a:t>Người báo cáo: [Cần bổ sung]   |   Người nhận: [Cần bổ sung]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54F5CA-CE02-4751-B194-9DC1C0E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0660"/>
            <a:ext cx="1066800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6E3D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6E3DE"/>
                </a:solidFill>
                <a:latin typeface="Arial"/>
                <a:ea typeface="Arial"/>
                <a:cs typeface="Arial"/>
              </a:rPr>
              <a:t>Tuần báo cáo: [Từ ngày … đến ngày …]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2EDA04-C030-47A2-87E1-FA949A0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6E3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E3DE"/>
                </a:solidFill>
                <a:latin typeface="Arial"/>
                <a:ea typeface="Arial"/>
                <a:cs typeface="Arial"/>
              </a:rPr>
              <a:t>BẢN NHÁP 01  ·  Nội dung tổng hợp đến 22/10/2026</a:t>
            </a:r>
          </a:p>
        </p:txBody>
      </p:sp>
    </p:spTree>
    <p:extLst>
      <p:ext uri="{BB962C8B-B14F-4D97-AF65-F5344CB8AC3E}">
        <p14:creationId xmlns:p14="http://schemas.microsoft.com/office/powerpoint/2010/main" val="2122870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54A50E4-2D93-4F06-8E34-FDADC607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KHUNG BÁO CÁO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2D1945-D075-46CB-B2AF-913D0242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5 đầu việc hội nhập là trục chính của báo cáo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6EC5-6AE7-49F7-AC41-2CAD7D51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05E929-AC6F-47C0-B7D7-52145436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Cẩm nang hội nhập, trang 20 · Bản nháp 01 · 22/10/2026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AD4393-9FC6-446B-B42B-7DB4CD6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D7844B-A56F-489C-B9B7-0089B777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A7BE04-6753-496F-ADCB-DDC5AFB2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19300"/>
            <a:ext cx="466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1Office &amp; Email Tập đoàn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32D09E-D037-4982-89EE-B1278CE7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5143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Cần xác nhận đăng nhập và đổi mật khẩu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558F8-08FD-436C-A17E-097EADEB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28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AC4F75-2F01-446A-A86A-D59CCBB9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96A77C6-F835-4698-BBB1-D3BC1744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52725"/>
            <a:ext cx="466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Thông tin tài khoản BIDV chính chủ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D9ED97F-A6A1-49BD-A960-6C55CD17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5143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Cần xác nhận đã cung cấp cho HCNS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3AE81-A0A7-4531-8FF2-A932D0D3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F3703EF-1CAD-4BFE-98EE-6C803AD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81DA2A-AD98-4CAA-A3D7-04CD289E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86150"/>
            <a:ext cx="466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Thống nhất 3 KPI với quản lý trực tiếp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FA6E0A1-78CC-4B62-9ECD-35025BE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86150"/>
            <a:ext cx="5143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Có đề xuất; chưa ghi nhận thống nhất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099DB-9C5C-41CC-B858-905A32AF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893FB06-9160-4007-8E5C-EC5026DA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F7B3C88-2CDD-4CF3-A447-FF4BA44E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9575"/>
            <a:ext cx="466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Cơ cấu tổ chức &amp; chức năng phòng ban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9F7321-E270-4716-AC08-6AF2401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19575"/>
            <a:ext cx="5143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Đã khảo sát tài liệu; còn nội dung cần xác nhận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3F0A1-EBDA-42CE-95C1-9034A82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291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58247DB-7F87-4B76-B9BF-60769E64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5E9F265-1189-4859-A231-AF1CCDD2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466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Tham quan &amp; nhận diện bộ phận phối hợp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94D7A4F-99A1-4640-8243-20337088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53000"/>
            <a:ext cx="5143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Có định hướng tìm hiểu; chưa xác nhận thực địa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FDF70-7257-481E-B4DE-7D38E3D0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62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6732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2290FA2-DCE5-4E06-8B86-CD04020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ĐẦU VIỆC 01–02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C5E6884-72A4-45F9-9FDF-79484A0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Tách thủ tục hội nhập cá nhân khỏi khảo sát hệ thống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2C276-1427-42F6-AF2D-F2084AF6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0980B8-2B49-4B5B-BC6C-AEE2C71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Cẩm nang hội nhập, trang 20 · Bản nháp 01 · 22/10/2026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C0697B-C89D-4DCE-80B1-F0882F47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C6AE95-2BDB-4CEB-960A-2AAC927D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8FAF4C-10E9-4918-B1A2-DF55357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857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1Office &amp; Email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22CA31-C260-426C-B70B-05B6E047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85775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Cần xác nhận: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E6EA03-93AB-4560-9727-8F8D924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8580"/>
            <a:ext cx="485775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• Đăng nhập bằng tài khoản được cấp.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AB71F6-480B-49A9-A2C6-E90EE2E9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5285"/>
            <a:ext cx="485775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• Đổi mật khẩu an toàn theo cẩm nang.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8C5484-EAB8-4A2B-A8F8-11184208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8577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Việc khảo sát tài khoản quản trị không thay thế việc hoàn tất tài khoản cá nhân.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ACF4D-81FC-446E-99A0-75003591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E0638E3-8FC4-4CCE-8C44-C937CB92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8AE74D9-FA13-4161-B357-A10A2423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953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BIDV chính chủ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8D52CD8-B569-46D3-A84C-7FC35A64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85775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Cần xác nhận: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72BB73E-E640-4FB8-A81B-4228C84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78580"/>
            <a:ext cx="485775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• Đã cung cấp thông tin cho HCNS.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E5A7495-54DE-4E82-9B5A-7BE0AB72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85285"/>
            <a:ext cx="485775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• HCNS đã tiếp nhận đầy đủ.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8039352-9B88-4895-AA11-EC850CAF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48577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Báo cáo chỉ ghi trạng thái hoàn tất; không đưa số tài khoản cá nhân vào slide.</a:t>
            </a:r>
          </a:p>
        </p:txBody>
      </p:sp>
    </p:spTree>
    <p:extLst>
      <p:ext uri="{BB962C8B-B14F-4D97-AF65-F5344CB8AC3E}">
        <p14:creationId xmlns:p14="http://schemas.microsoft.com/office/powerpoint/2010/main" val="1499870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60DA437-6A4C-4D88-8188-442FD9F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ĐẦU VIỆC 03 · ĐỀ XUẤT TRAO ĐỔI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AD91FFC-8707-4590-AD41-F98AD2B8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3 mục tiêu thử việc cần được quản lý chốt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484E3-5594-4DE0-B053-53FA8367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A5F896-AEDC-40D6-9A84-2FBFD624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Cẩm nang hội nhập, trang 20 · Bản nháp 01 · 22/10/2026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BEA8F0-61B4-4F5D-B320-828915F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96695B-9CDF-4153-995D-306FDBB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42F84A-E9C2-4616-8317-6008CF86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0025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Nắm hệ thống và chuẩn hóa dữ liệu nền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6FF353C-D488-4F68-B50B-424CC36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Đầu ra đề xuất: bản đồ hệ thống, đối chiếu cơ cấu với 1Office và danh sách điểm cần xác nhận.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10D42-2326-4CCE-B000-A85689C1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EB80E6-5705-4559-A930-E7319F99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0F95012-728A-4E54-8FFB-992E53B4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6125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Thử nghiệm quản lý tài sản trong phạm vi nhỏ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503C53-1F4A-4627-B13A-D922BA33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86175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Đầu ra đề xuất: quản lý từng thiết bị, vị trí và tình trạng; dùng thử với nhóm được giao.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72039-14E7-48F2-9B02-728AD10D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910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4250E98-CA16-4EE6-A6B0-913862A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A0C83E-B936-46E7-8E04-42392F2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Kiểm chứng một quy trình hỗ trợ bằng AI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687FC0E-5FD6-4C28-80F8-C8FE306C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Đầu ra đề xuất: bộ mẫu hồ sơ thanh toán, dữ liệu thử và đánh giá tính đúng, khả năng sử dụng.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BDDE6-A6F0-4AD3-BDEA-E21B7738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5276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DEA1082-7696-4B40-AFFF-80DD4DDB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ĐẦU VIỆC 04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3520E46-4EA7-46DF-BF0C-167BCAFB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1Office là nguồn chuẩn cho cơ cấu và nhân sự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1E624-B4D7-48A2-B22E-8CD07C5C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266A887-822D-4760-A7B6-45BA0D11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Nguồn: DONG-BO-DU-LIEU-NEN-VA-PHAN-QUYEN; HR-CHECKLIST · Snapshot 21/10/2026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386722-3C18-4514-BF1F-8F3A5DA9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C4960C-DEC1-4FD4-A210-200AC702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AFA84F-2248-4007-BC17-D04B0AAF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762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đơn vị khớp tên, ID nguồn và quan hệ cha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95BAEF-862A-4294-93D3-6C89BD9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7625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Nguồn có 19 nút gồm nút công ty.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820C26-AEE1-4817-8352-3BCDCA27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0580"/>
            <a:ext cx="47625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Kết quả đối chiếu chưa đồng nghĩa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2F40D51-21D2-4253-81DA-226B5FB2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7285"/>
            <a:ext cx="47625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nghiệm thu toàn bộ tính năng.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0F788-AAFB-4873-84A9-E642D73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AA557D9-A99B-4B7C-BA85-CD021F5E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1Office → dữ liệu nền SDG ERP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23131E-888B-4134-9945-D3FB959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9530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67 hồ sơ nhân sự trong nguồn: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12C6B09-01A0-4772-BAD0-26ECF333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4205"/>
            <a:ext cx="49530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55 gắn tài khoản hoạt động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82AA993-4188-468C-BEBC-B70E7077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0910"/>
            <a:ext cx="49530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11 gắn tài khoản khóa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5AE4582-2FE5-4C4C-A8E0-D6487AE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7615"/>
            <a:ext cx="49530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01 hồ sơ chưa tìm thấy tài khoản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75DE011-AF83-4104-A4DA-0E617ECF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4953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IT trực thuộc HCNS. Cần xác nhận đầu mối phối hợp và phạm vi trách nhiệm. Tài khoản khóa chưa đủ để kết luận nghỉ việc.</a:t>
            </a:r>
          </a:p>
        </p:txBody>
      </p:sp>
    </p:spTree>
    <p:extLst>
      <p:ext uri="{BB962C8B-B14F-4D97-AF65-F5344CB8AC3E}">
        <p14:creationId xmlns:p14="http://schemas.microsoft.com/office/powerpoint/2010/main" val="1265007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5276C65-5C81-4A74-A16F-B6E6A985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ĐẦU VIỆC 05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F67AAF2-FC4C-46CA-B7EB-928E105B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Khảo sát thực địa sẽ nối dữ liệu với vị trí và con người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8D2C3-CD42-4BBD-8039-747B4D7E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16DD2A-F60B-4C7F-BD77-2DEC4BE1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Cẩm nang hội nhập, trang 20 · Bản nháp 01 · 22/10/2026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32BDB6-D0ED-4F50-938D-6FAD4CFA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A9EF9A-1742-4883-BE56-6D4D4FD8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F2EB11-CD84-401E-8DAD-3D5A277A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0025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HCNS · Điểm bắt đầu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7D1DF9-4AF1-411E-9E62-435733DD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Xác nhận đầu mối hướng dẫn, phạm vi công việc IT và cách tiếp nhận yêu cầu hỗ trợ.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210AC-E62F-425E-9CA5-51B3FEA0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ADE08D-5EC1-49EA-94E5-08CF7C76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BCC679-D20A-4567-BC37-4D84AA6C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6125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Các phòng ban liên quan · Điểm phối hợp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1ACB2AB-10E9-4071-BAD8-526E13F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86175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Tìm hiểu vị trí làm việc, người phụ trách tài sản và cách phối hợp; chú ý BQLDA theo cẩm nang.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15E50-0EBA-4547-B47C-BFFACAB7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910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BA54118-856E-45CF-AA77-66CBACFC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8411EE-0453-4B12-B082-919785CE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Không gian 3D · Công cụ bổ trợ đề xuất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F934702-F20C-4B71-A72F-50A8407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Gắn vị trí nhân sự và thiết bị sau khi kiểm tra thực tế. Mô hình thử nghiệm không thay thế tham quan.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07E09-8F66-46DB-8E96-7684FD20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9606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D99438B-4279-4677-B77F-9F06A68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KẾT QUẢ KHẢO SÁT BỔ SUNG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1C853FB-2D7A-4947-84FB-FC18FD4F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Đã có nền tảng thử nghiệm; còn bước kiểm chứng sử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C1B76-4277-4C1A-B617-D66B2724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BBAF6D-5797-4B43-A53D-3EBEE226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Nguồn: HR-CHECKLIST; ASSET-MANAGEMENT-CHECKLIST; tài liệu chiến lược nội bộ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79D7BA3-F167-4FFD-B031-015E881A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151DF7-7BDA-4083-9302-CD11DDA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HẠNG MỤC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D9C1C0-D3C3-4DF2-BCF2-9F0F3954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ĐÃ CÓ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C16F6B-1C2F-4D58-A58A-D5F954B3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CẦN HOÀN THIỆN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65F26C-F149-4E56-AB28-13795FC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571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Cơ cấu phòng ban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F0C7AC4-F140-4A11-9B6A-1C996714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352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Đã đối chiếu dữ liệu 1Office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35BB5F-7930-4907-B03B-15D0EEF1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40005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Còn các kiểm tra quyền và đồng bộ trước nghiệm thu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484C7-75EB-4EE0-85D2-E398F2EB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B596824-9FB8-4111-A72D-A52C1CBC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571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Tài sản IT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E2F356A-B7E9-488A-A233-652E0011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352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Đã có cấu trúc cơ sở dữ liệu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FC3DE6-7584-494C-B681-319F93A0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40005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Biên bản chỉ tham khảo; chưa có danh mục từng thiết bị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0285C-8831-4E9D-89A3-F81C46B9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B42B019-A0EC-426C-A948-4F0A5957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571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Mô hình 3D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CEA17A6-7D66-4AC6-BEC4-74E5B88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352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Đã có bản mẫu không gian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8A977FB-E436-4261-B35B-68AD8926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8150"/>
            <a:ext cx="40005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Cần kiểm tra vị trí thật và trải nghiệm thao tác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209A6-831C-4713-814D-6B1DD85E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2F8F08B-FB76-4F87-ADF3-3A6A7FAA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571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API / webhook / AI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8BB3C3D-EE9F-469D-8999-85F659E0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14925"/>
            <a:ext cx="352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Đã có ý tưởng và định hướng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2279532-0C20-4F63-972D-22593AEE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14925"/>
            <a:ext cx="40005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Chưa triển khai tích hợp thực tế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D5C0E-EADF-45EF-9E40-D5530942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0775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A69D4F4-2027-484B-A01C-F10A654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BA HƯỚNG ĐỀ XUẤT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E6ABC0-26A5-471D-8ABC-6FF03FA2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Giữ 1Office làm nền; ERP bổ sung nhu cầu riêng của SDG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20755-9109-42F4-853E-8905858D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07C673-ECA1-4CEA-8DE3-EE4CED3F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Nguồn: trao đổi với người phụ trách; tài liệu chiến lược SDG ERP · Đề xuất chưa phê duyệt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E6B307-CEBF-4A4E-90AC-B02744D3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7036C2-F1F7-4984-B0CF-FEF6B0BA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0782DA-3536-46E9-9B01-916985BB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0025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Dữ liệu nền · Làm trước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34A517-A40B-4097-9EE1-6CBF127B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Lấy nhân sự và cơ cấu từ 1Office. Đề xuất bản sao cục bộ, đối soát định kỳ và xử lý lỗi đồng bộ.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36E15-2867-4B07-86AC-433AC31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BA8807-96BD-48D9-83D8-039E06EF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49FDE9-0E93-4FD6-9591-63804BC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6125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Tài sản &amp; không gian 3D · Thử nhỏ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0F58D1-4EED-409E-B480-92FDFE64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86175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Quản lý từng tài sản, vị trí và lịch sử sửa chữa. Quyền theo phòng hoặc người được giao; IoT là hướng sau.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4D1E1-8D79-4AB0-9A23-9F0BB55B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910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8E40EA8-3DC7-4E4D-8AE3-2240CD57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D7E4502-3902-485D-B4DE-F6C9991E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AI theo nghiệp vụ · Kiểm chứng tính khả thi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3E4D197-E826-4368-BDA1-6F4DC484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Kết hợp kỹ năng, quy tắc và biểu mẫu. Làm rõ cách sử dụng AI riêng của từng phòng và chi phí trước khi tích hợp.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3E21E-2EC2-4634-9007-FAB9894F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4826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0D6EBD3-2786-411C-A980-E8BB77F1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VÍ DỤ AI · ĐỀ XUẤT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B4104D9-9E19-42DF-9AEB-C8B54011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Ảnh hóa đơn → hồ sơ Word theo mẫu đã được duyệt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843CA-95A5-43AE-9950-EA3D33EA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F97EE0-A8CE-44ED-93B7-708B5979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Nguồn: trao đổi với người phụ trách; tài liệu chiến lược SDG ERP · Đề xuất chưa phê duyệt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F1397F-A4F3-4659-AC78-AB284FB4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2568A4-8C5E-41B7-89C1-38AF13F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47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94C9E-168E-4488-AB6E-A4D08FF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2753E7-0AD2-4AA1-8B62-C15823A2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Đưa ảnh hóa đơn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B90CA0-683A-4FB5-9675-DBD4B68F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476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Trích thông tin chứng từ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33911F-A85C-458A-A59C-3E8F5AA7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47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2C4FB-96DB-4B10-97F5-E6927199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5413D0-2A3E-4CD2-9E8D-5F17123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Xác nhận dữ liệu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B2DCD8-3082-4712-8FBD-91063213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43375"/>
            <a:ext cx="2476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Bổ sung mục đích, lý do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EA7727C-099F-4EC1-AA9C-93B6F44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47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7C8AF-54F0-48D7-B142-88195DBC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A6C4C5-1F67-43C3-8B34-6B58320D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Tạo bản nháp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FB73BE5-C606-4312-B0C2-546665A7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43375"/>
            <a:ext cx="2476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Đề nghị thanh toán + tờ trình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7F75ED0-3C8E-4B7A-8C31-9C23D88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47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FDC0D-10D6-44BD-85C3-1B3F99BA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A8CF399-A988-436C-8CC5-B495404D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86125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Người dùng rà soát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ED572D-B495-4029-B17F-6AB74426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43375"/>
            <a:ext cx="2476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Sửa và xuất file Word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43E2BD1-AFAA-4953-B49F-E92F6AF8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AI soạn nội dung; biểu mẫu giữ bố cục. Không tự tạo thông tin nghiệm thu hay phê duyệt.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2599965-25F0-4494-843A-42E8D014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1660"/>
            <a:ext cx="1097280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62B"/>
                </a:solidFill>
                <a:latin typeface="Arial"/>
                <a:ea typeface="Arial"/>
                <a:cs typeface="Arial"/>
              </a:rPr>
              <a:t>Thử bằng dữ liệu giả/ẩn danh; khả năng dùng tài khoản AI sẵn có của từng phòng cần xác minh.</a:t>
            </a:r>
          </a:p>
        </p:txBody>
      </p:sp>
    </p:spTree>
    <p:extLst>
      <p:ext uri="{BB962C8B-B14F-4D97-AF65-F5344CB8AC3E}">
        <p14:creationId xmlns:p14="http://schemas.microsoft.com/office/powerpoint/2010/main" val="41708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789C052-1376-49A4-B459-CF7D41D3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5DD3CA-8035-468A-91F5-49E52D2B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Chốt mục tiêu và phạm vi nhỏ trước khi mở rộng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17C0F-3F4A-4E58-8381-0A0EC74A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2EB0B1-9A41-482E-95E1-A3EEADC4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Nguồn: trao đổi với người phụ trách; tài liệu chiến lược SDG ERP · Đề xuất chưa phê duyệt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E68E70-4220-4D93-AD4F-36856659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CAC766-AEE5-4249-ABD0-81B4DC99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58F05C-8B89-47F8-B2B5-CC3688EE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0025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Hoàn thiện thông tin hội nhập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6FDA19-C92D-4409-898E-4AF1269C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Bổ sung họ tên, kỳ báo cáo; xác nhận 1Office/email, BIDV và việc tham quan thực tế.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D9342-AF35-4F4A-8B66-015F4EB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AAD538-921E-452D-8B76-54D230CC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F903FC-370C-4719-8170-FC3FB493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6125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Trao đổi với quản lý trực tiếp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D3DF3D-C0AF-4255-824A-3A36A86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86175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Thống nhất 3 KPI, thời hạn và tiêu chí đánh giá; chỉ định đầu mối HCNS và các phòng phối hợp.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B5EC4-7DB2-4F5D-9FD4-EA881A6F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910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50A36DC-F6AF-4DA7-AC6C-6E94D608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2A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2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137D35E-C681-414D-A23F-2FF8E57B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62B"/>
                </a:solidFill>
                <a:latin typeface="Arial"/>
                <a:ea typeface="Arial"/>
                <a:cs typeface="Arial"/>
              </a:rPr>
              <a:t>Thực hiện bước thử nghiệm được duyệt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A141AA1-FAF4-4683-913E-D29C0499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5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56B"/>
                </a:solidFill>
                <a:latin typeface="Arial"/>
                <a:ea typeface="Arial"/>
                <a:cs typeface="Arial"/>
              </a:rPr>
              <a:t>Hoàn thiện cơ cấu trước; chọn nhóm tài sản và bộ văn bản mẫu để thử. Báo cáo kết quả và vướng mắc.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248EB-7FE0-4338-B7CB-54616EC5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912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2026-10-22T03:01:56.5580000Z</dcterms:created>
  <dcterms:modified xsi:type="dcterms:W3CDTF">2026-10-22T03:01:56.5580000Z</dcterms:modified>
</coreProperties>
</file>